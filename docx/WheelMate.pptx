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DM Serif Display" charset="1" panose="00000000000000000000"/>
      <p:regular r:id="rId15"/>
    </p:embeddedFont>
    <p:embeddedFont>
      <p:font typeface="Open Sauce Bold" charset="1" panose="00000800000000000000"/>
      <p:regular r:id="rId16"/>
    </p:embeddedFont>
    <p:embeddedFont>
      <p:font typeface="Open Sauce" charset="1" panose="00000500000000000000"/>
      <p:regular r:id="rId17"/>
    </p:embeddedFont>
    <p:embeddedFont>
      <p:font typeface="Times New Roman MT Bold" charset="1" panose="020308020704050203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2" Target="../media/image4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4358"/>
            <a:ext cx="18288000" cy="10481358"/>
            <a:chOff x="0" y="0"/>
            <a:chExt cx="24384000" cy="139751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975144"/>
            </a:xfrm>
            <a:custGeom>
              <a:avLst/>
              <a:gdLst/>
              <a:ahLst/>
              <a:cxnLst/>
              <a:rect r="r" b="b" t="t" l="l"/>
              <a:pathLst>
                <a:path h="139751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975144"/>
                  </a:lnTo>
                  <a:lnTo>
                    <a:pt x="0" y="13975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-932" t="0" r="-932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94239" y="3006744"/>
            <a:ext cx="1788858" cy="1942399"/>
          </a:xfrm>
          <a:custGeom>
            <a:avLst/>
            <a:gdLst/>
            <a:ahLst/>
            <a:cxnLst/>
            <a:rect r="r" b="b" t="t" l="l"/>
            <a:pathLst>
              <a:path h="1942399" w="1788858">
                <a:moveTo>
                  <a:pt x="0" y="0"/>
                </a:moveTo>
                <a:lnTo>
                  <a:pt x="1788858" y="0"/>
                </a:lnTo>
                <a:lnTo>
                  <a:pt x="1788858" y="1942398"/>
                </a:lnTo>
                <a:lnTo>
                  <a:pt x="0" y="1942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6085" t="-10022" r="-98210" b="-3769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66568" y="5278394"/>
            <a:ext cx="602401" cy="628054"/>
          </a:xfrm>
          <a:custGeom>
            <a:avLst/>
            <a:gdLst/>
            <a:ahLst/>
            <a:cxnLst/>
            <a:rect r="r" b="b" t="t" l="l"/>
            <a:pathLst>
              <a:path h="628054" w="602401">
                <a:moveTo>
                  <a:pt x="0" y="0"/>
                </a:moveTo>
                <a:lnTo>
                  <a:pt x="602401" y="0"/>
                </a:lnTo>
                <a:lnTo>
                  <a:pt x="602401" y="628054"/>
                </a:lnTo>
                <a:lnTo>
                  <a:pt x="0" y="6280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29" t="0" r="-2129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83097" y="2617773"/>
            <a:ext cx="9315001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4AA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WheelMate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12711" y="5365662"/>
            <a:ext cx="9926917" cy="40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b="true" sz="2400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BY LEGENDSS TEAM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48372" y="8663769"/>
            <a:ext cx="7991256" cy="53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4"/>
              </a:lnSpc>
            </a:pPr>
            <a:r>
              <a:rPr lang="en-US" sz="3195">
                <a:solidFill>
                  <a:srgbClr val="000000">
                    <a:alpha val="49412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legendss.team.2026@gmail.com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77131" y="1304760"/>
            <a:ext cx="2256806" cy="76200"/>
            <a:chOff x="0" y="0"/>
            <a:chExt cx="3009074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800" y="0"/>
              <a:ext cx="2907538" cy="101600"/>
            </a:xfrm>
            <a:custGeom>
              <a:avLst/>
              <a:gdLst/>
              <a:ahLst/>
              <a:cxnLst/>
              <a:rect r="r" b="b" t="t" l="l"/>
              <a:pathLst>
                <a:path h="101600" w="2907538">
                  <a:moveTo>
                    <a:pt x="0" y="0"/>
                  </a:moveTo>
                  <a:lnTo>
                    <a:pt x="2907538" y="0"/>
                  </a:lnTo>
                  <a:lnTo>
                    <a:pt x="2907538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119505" y="1028700"/>
            <a:ext cx="2048989" cy="2048989"/>
            <a:chOff x="0" y="0"/>
            <a:chExt cx="2731986" cy="27319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32024" cy="2732024"/>
            </a:xfrm>
            <a:custGeom>
              <a:avLst/>
              <a:gdLst/>
              <a:ahLst/>
              <a:cxnLst/>
              <a:rect r="r" b="b" t="t" l="l"/>
              <a:pathLst>
                <a:path h="2732024" w="2732024">
                  <a:moveTo>
                    <a:pt x="0" y="0"/>
                  </a:moveTo>
                  <a:lnTo>
                    <a:pt x="2732024" y="0"/>
                  </a:lnTo>
                  <a:lnTo>
                    <a:pt x="2732024" y="2732024"/>
                  </a:lnTo>
                  <a:lnTo>
                    <a:pt x="0" y="2732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671128" y="755436"/>
            <a:ext cx="2048989" cy="2048989"/>
            <a:chOff x="0" y="0"/>
            <a:chExt cx="2731986" cy="27319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2024" cy="2732024"/>
            </a:xfrm>
            <a:custGeom>
              <a:avLst/>
              <a:gdLst/>
              <a:ahLst/>
              <a:cxnLst/>
              <a:rect r="r" b="b" t="t" l="l"/>
              <a:pathLst>
                <a:path h="2732024" w="2732024">
                  <a:moveTo>
                    <a:pt x="0" y="0"/>
                  </a:moveTo>
                  <a:lnTo>
                    <a:pt x="2732024" y="0"/>
                  </a:lnTo>
                  <a:lnTo>
                    <a:pt x="2732024" y="2732024"/>
                  </a:lnTo>
                  <a:lnTo>
                    <a:pt x="0" y="2732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-1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81916" y="5525423"/>
            <a:ext cx="2047237" cy="2047237"/>
            <a:chOff x="0" y="0"/>
            <a:chExt cx="2729649" cy="27296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29611" cy="2729611"/>
            </a:xfrm>
            <a:custGeom>
              <a:avLst/>
              <a:gdLst/>
              <a:ahLst/>
              <a:cxnLst/>
              <a:rect r="r" b="b" t="t" l="l"/>
              <a:pathLst>
                <a:path h="2729611" w="2729611">
                  <a:moveTo>
                    <a:pt x="0" y="0"/>
                  </a:moveTo>
                  <a:lnTo>
                    <a:pt x="2729611" y="0"/>
                  </a:lnTo>
                  <a:lnTo>
                    <a:pt x="2729611" y="2729611"/>
                  </a:lnTo>
                  <a:lnTo>
                    <a:pt x="0" y="272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23896" y="5724525"/>
            <a:ext cx="2044598" cy="2044598"/>
            <a:chOff x="0" y="0"/>
            <a:chExt cx="2726131" cy="27261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26182" cy="2726182"/>
            </a:xfrm>
            <a:custGeom>
              <a:avLst/>
              <a:gdLst/>
              <a:ahLst/>
              <a:cxnLst/>
              <a:rect r="r" b="b" t="t" l="l"/>
              <a:pathLst>
                <a:path h="2726182" w="2726182">
                  <a:moveTo>
                    <a:pt x="0" y="0"/>
                  </a:moveTo>
                  <a:lnTo>
                    <a:pt x="2726182" y="0"/>
                  </a:lnTo>
                  <a:lnTo>
                    <a:pt x="2726182" y="2726182"/>
                  </a:lnTo>
                  <a:lnTo>
                    <a:pt x="0" y="2726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671128" y="5528062"/>
            <a:ext cx="2044598" cy="2044598"/>
            <a:chOff x="0" y="0"/>
            <a:chExt cx="2726131" cy="27261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26182" cy="2726182"/>
            </a:xfrm>
            <a:custGeom>
              <a:avLst/>
              <a:gdLst/>
              <a:ahLst/>
              <a:cxnLst/>
              <a:rect r="r" b="b" t="t" l="l"/>
              <a:pathLst>
                <a:path h="2726182" w="2726182">
                  <a:moveTo>
                    <a:pt x="0" y="0"/>
                  </a:moveTo>
                  <a:lnTo>
                    <a:pt x="2726182" y="0"/>
                  </a:lnTo>
                  <a:lnTo>
                    <a:pt x="2726182" y="2726182"/>
                  </a:lnTo>
                  <a:lnTo>
                    <a:pt x="0" y="2726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78993" y="1665630"/>
            <a:ext cx="3684793" cy="221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8"/>
              </a:lnSpc>
            </a:pPr>
            <a:r>
              <a:rPr lang="en-US" sz="6398">
                <a:solidFill>
                  <a:srgbClr val="004AA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Нашият екип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71128" y="9103995"/>
            <a:ext cx="3450479" cy="31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8"/>
              </a:lnSpc>
            </a:pPr>
            <a:r>
              <a:rPr lang="en-US" sz="1599" spc="159">
                <a:solidFill>
                  <a:srgbClr val="000000">
                    <a:alpha val="49412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81916" y="9163050"/>
            <a:ext cx="3588172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Hardware</a:t>
            </a:r>
          </a:p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Frontend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77131" y="7826273"/>
            <a:ext cx="3588172" cy="115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Кристиан Велинов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22643" y="3789045"/>
            <a:ext cx="3588172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leader</a:t>
            </a:r>
          </a:p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Backend</a:t>
            </a:r>
          </a:p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Hardware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22643" y="3060697"/>
            <a:ext cx="3588172" cy="59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Явор Пенев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39249" y="4390390"/>
            <a:ext cx="3588172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Backend</a:t>
            </a:r>
          </a:p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Hardware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52466" y="3014342"/>
            <a:ext cx="3761737" cy="115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Кристиян Михайлов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19505" y="7826273"/>
            <a:ext cx="3588172" cy="115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Борислав Стойнев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39249" y="7826273"/>
            <a:ext cx="2889809" cy="115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Деян Найденов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19505" y="9116597"/>
            <a:ext cx="3588172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Frontend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39249" y="9163050"/>
            <a:ext cx="3588172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Backend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0" t="-27" r="0" b="-2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6403" y="1119521"/>
            <a:ext cx="9161257" cy="108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398">
                <a:solidFill>
                  <a:srgbClr val="004AA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Реалните проблеми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8" y="9103995"/>
            <a:ext cx="3450479" cy="31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8"/>
              </a:lnSpc>
            </a:pPr>
            <a:r>
              <a:rPr lang="en-US" sz="1599" spc="159">
                <a:solidFill>
                  <a:srgbClr val="000000">
                    <a:alpha val="49412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66403" y="952500"/>
            <a:ext cx="1759210" cy="76200"/>
            <a:chOff x="0" y="0"/>
            <a:chExt cx="2345614" cy="10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800" y="0"/>
              <a:ext cx="2243963" cy="101600"/>
            </a:xfrm>
            <a:custGeom>
              <a:avLst/>
              <a:gdLst/>
              <a:ahLst/>
              <a:cxnLst/>
              <a:rect r="r" b="b" t="t" l="l"/>
              <a:pathLst>
                <a:path h="101600" w="2243963">
                  <a:moveTo>
                    <a:pt x="0" y="0"/>
                  </a:moveTo>
                  <a:lnTo>
                    <a:pt x="2243963" y="0"/>
                  </a:lnTo>
                  <a:lnTo>
                    <a:pt x="2243963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0" y="2290435"/>
            <a:ext cx="17981758" cy="786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0892" indent="-350446" lvl="1">
              <a:lnSpc>
                <a:spcPts val="5194"/>
              </a:lnSpc>
              <a:buFont typeface="Arial"/>
              <a:buChar char="•"/>
            </a:pPr>
            <a:r>
              <a:rPr lang="en-US" b="true" sz="324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При инцидент потребителят често не може да подаде сигнал бързо и самостоятелно.</a:t>
            </a:r>
          </a:p>
          <a:p>
            <a:pPr algn="l">
              <a:lnSpc>
                <a:spcPts val="5194"/>
              </a:lnSpc>
            </a:pPr>
          </a:p>
          <a:p>
            <a:pPr algn="l" marL="700892" indent="-350446" lvl="1">
              <a:lnSpc>
                <a:spcPts val="5194"/>
              </a:lnSpc>
              <a:buFont typeface="Arial"/>
              <a:buChar char="•"/>
            </a:pPr>
            <a:r>
              <a:rPr lang="en-US" b="true" sz="324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Близките нямат начин да следят местоположението и безопасността в реално време.</a:t>
            </a:r>
          </a:p>
          <a:p>
            <a:pPr algn="l">
              <a:lnSpc>
                <a:spcPts val="5194"/>
              </a:lnSpc>
            </a:pPr>
          </a:p>
          <a:p>
            <a:pPr algn="l" marL="700892" indent="-350446" lvl="1">
              <a:lnSpc>
                <a:spcPts val="5194"/>
              </a:lnSpc>
              <a:buFont typeface="Arial"/>
              <a:buChar char="•"/>
            </a:pPr>
            <a:r>
              <a:rPr lang="en-US" b="true" sz="324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Липсва лесен начин за намиране на достъпни маршрути без стълби, бордюри и други препятствия.</a:t>
            </a:r>
          </a:p>
          <a:p>
            <a:pPr algn="l">
              <a:lnSpc>
                <a:spcPts val="5194"/>
              </a:lnSpc>
            </a:pPr>
          </a:p>
          <a:p>
            <a:pPr algn="l" marL="700892" indent="-350446" lvl="1">
              <a:lnSpc>
                <a:spcPts val="5194"/>
              </a:lnSpc>
              <a:buFont typeface="Arial"/>
              <a:buChar char="•"/>
            </a:pPr>
            <a:r>
              <a:rPr lang="en-US" b="true" sz="324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При падане, обръщане или внезапен проблем помощта често идва твърде късно.</a:t>
            </a:r>
          </a:p>
          <a:p>
            <a:pPr algn="l">
              <a:lnSpc>
                <a:spcPts val="519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62315" y="663830"/>
            <a:ext cx="3222630" cy="94832"/>
            <a:chOff x="0" y="0"/>
            <a:chExt cx="3452635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800" y="0"/>
              <a:ext cx="3351022" cy="101600"/>
            </a:xfrm>
            <a:custGeom>
              <a:avLst/>
              <a:gdLst/>
              <a:ahLst/>
              <a:cxnLst/>
              <a:rect r="r" b="b" t="t" l="l"/>
              <a:pathLst>
                <a:path h="101600" w="3351022">
                  <a:moveTo>
                    <a:pt x="0" y="0"/>
                  </a:moveTo>
                  <a:lnTo>
                    <a:pt x="3351022" y="0"/>
                  </a:lnTo>
                  <a:lnTo>
                    <a:pt x="3351022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62315" y="644362"/>
            <a:ext cx="7619509" cy="108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398">
                <a:solidFill>
                  <a:srgbClr val="004AA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Нашите решения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8" y="9103995"/>
            <a:ext cx="3450479" cy="31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8"/>
              </a:lnSpc>
            </a:pPr>
            <a:r>
              <a:rPr lang="en-US" sz="1599" spc="159">
                <a:solidFill>
                  <a:srgbClr val="000000">
                    <a:alpha val="49412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7120" y="1883172"/>
            <a:ext cx="17556615" cy="812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573" indent="-330287" lvl="1">
              <a:lnSpc>
                <a:spcPts val="428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59" spc="30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Всеки slave модул работи независимо и може да се закупува отделно</a:t>
            </a:r>
          </a:p>
          <a:p>
            <a:pPr algn="l">
              <a:lnSpc>
                <a:spcPts val="4283"/>
              </a:lnSpc>
              <a:spcBef>
                <a:spcPct val="0"/>
              </a:spcBef>
            </a:pPr>
          </a:p>
          <a:p>
            <a:pPr algn="l" marL="660573" indent="-330287" lvl="1">
              <a:lnSpc>
                <a:spcPts val="428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59" spc="30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Модулната структура позволява лесно прикрепяне към почти всяка количка</a:t>
            </a:r>
          </a:p>
          <a:p>
            <a:pPr algn="l">
              <a:lnSpc>
                <a:spcPts val="4284"/>
              </a:lnSpc>
              <a:spcBef>
                <a:spcPct val="0"/>
              </a:spcBef>
            </a:pPr>
          </a:p>
          <a:p>
            <a:pPr algn="l" marL="660573" indent="-330287" lvl="1">
              <a:lnSpc>
                <a:spcPts val="428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59" spc="30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Мобилна апликация за проследяване на локация и активност от гледачи близки</a:t>
            </a:r>
          </a:p>
          <a:p>
            <a:pPr algn="l">
              <a:lnSpc>
                <a:spcPts val="4284"/>
              </a:lnSpc>
              <a:spcBef>
                <a:spcPct val="0"/>
              </a:spcBef>
            </a:pPr>
          </a:p>
          <a:p>
            <a:pPr algn="l" marL="660573" indent="-330287" lvl="1">
              <a:lnSpc>
                <a:spcPts val="428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59" spc="30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Надеждна SOS система за сигнализация при нужда от помощ</a:t>
            </a:r>
          </a:p>
          <a:p>
            <a:pPr algn="l">
              <a:lnSpc>
                <a:spcPts val="4283"/>
              </a:lnSpc>
              <a:spcBef>
                <a:spcPct val="0"/>
              </a:spcBef>
            </a:pPr>
          </a:p>
          <a:p>
            <a:pPr algn="l" marL="660573" indent="-330287" lvl="1">
              <a:lnSpc>
                <a:spcPts val="428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59" spc="30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Вграден навигационен модул стриймва инструкции от апликацията към дисплей</a:t>
            </a:r>
          </a:p>
          <a:p>
            <a:pPr algn="l">
              <a:lnSpc>
                <a:spcPts val="4284"/>
              </a:lnSpc>
              <a:spcBef>
                <a:spcPct val="0"/>
              </a:spcBef>
            </a:pPr>
          </a:p>
          <a:p>
            <a:pPr algn="l">
              <a:lnSpc>
                <a:spcPts val="428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8303" y="990600"/>
            <a:ext cx="2209429" cy="76200"/>
            <a:chOff x="0" y="0"/>
            <a:chExt cx="2945905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800" y="0"/>
              <a:ext cx="2844292" cy="101600"/>
            </a:xfrm>
            <a:custGeom>
              <a:avLst/>
              <a:gdLst/>
              <a:ahLst/>
              <a:cxnLst/>
              <a:rect r="r" b="b" t="t" l="l"/>
              <a:pathLst>
                <a:path h="101600" w="2844292">
                  <a:moveTo>
                    <a:pt x="0" y="0"/>
                  </a:moveTo>
                  <a:lnTo>
                    <a:pt x="2844292" y="0"/>
                  </a:lnTo>
                  <a:lnTo>
                    <a:pt x="2844292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1144781" y="1168114"/>
          <a:ext cx="6586410" cy="8112003"/>
        </p:xfrm>
        <a:graphic>
          <a:graphicData uri="http://schemas.openxmlformats.org/drawingml/2006/table">
            <a:tbl>
              <a:tblPr/>
              <a:tblGrid>
                <a:gridCol w="2338100"/>
                <a:gridCol w="2124155"/>
                <a:gridCol w="2124155"/>
              </a:tblGrid>
              <a:tr h="12698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Функция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7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Wheel</a:t>
                      </a:r>
                      <a:endParaRPr lang="en-US" sz="1100"/>
                    </a:p>
                    <a:p>
                      <a:pPr algn="ctr">
                        <a:lnSpc>
                          <a:spcPts val="3358"/>
                        </a:lnSpc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Mate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7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Други</a:t>
                      </a:r>
                      <a:endParaRPr lang="en-US" sz="1100"/>
                    </a:p>
                    <a:p>
                      <a:pPr algn="ctr">
                        <a:lnSpc>
                          <a:spcPts val="3358"/>
                        </a:lnSpc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Решения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6265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Съвместимост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05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Модулируемост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09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Цена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40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Удобство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13831687" y="2585128"/>
            <a:ext cx="1347343" cy="1347343"/>
          </a:xfrm>
          <a:custGeom>
            <a:avLst/>
            <a:gdLst/>
            <a:ahLst/>
            <a:cxnLst/>
            <a:rect r="r" b="b" t="t" l="l"/>
            <a:pathLst>
              <a:path h="1347343" w="1347343">
                <a:moveTo>
                  <a:pt x="0" y="0"/>
                </a:moveTo>
                <a:lnTo>
                  <a:pt x="1347343" y="0"/>
                </a:lnTo>
                <a:lnTo>
                  <a:pt x="1347343" y="1347343"/>
                </a:lnTo>
                <a:lnTo>
                  <a:pt x="0" y="1347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0670" y="1072864"/>
            <a:ext cx="10399166" cy="85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4999">
                <a:solidFill>
                  <a:srgbClr val="004AA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С какво сме по-добри от другите?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0711" y="9537292"/>
            <a:ext cx="3450479" cy="31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8"/>
              </a:lnSpc>
            </a:pPr>
            <a:r>
              <a:rPr lang="en-US" sz="1599" spc="159">
                <a:solidFill>
                  <a:srgbClr val="000000">
                    <a:alpha val="49412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0812" y="2654114"/>
            <a:ext cx="9542242" cy="1577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6" indent="-431803" lvl="1">
              <a:lnSpc>
                <a:spcPts val="6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Съвместим с почти всички видове инвалидни колички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619" y="4465720"/>
            <a:ext cx="9542242" cy="1577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6" indent="-431803" lvl="1">
              <a:lnSpc>
                <a:spcPts val="6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Модулируемост, не затворена система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0812" y="6555440"/>
            <a:ext cx="9693857" cy="2387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6" indent="-431803" lvl="1">
              <a:lnSpc>
                <a:spcPts val="6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Широко достъпен, по-евтин, по-удобен и по-персонализиран от конкуренцията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831687" y="4232088"/>
            <a:ext cx="1347343" cy="1347343"/>
          </a:xfrm>
          <a:custGeom>
            <a:avLst/>
            <a:gdLst/>
            <a:ahLst/>
            <a:cxnLst/>
            <a:rect r="r" b="b" t="t" l="l"/>
            <a:pathLst>
              <a:path h="1347343" w="1347343">
                <a:moveTo>
                  <a:pt x="0" y="0"/>
                </a:moveTo>
                <a:lnTo>
                  <a:pt x="1347343" y="0"/>
                </a:lnTo>
                <a:lnTo>
                  <a:pt x="1347343" y="1347343"/>
                </a:lnTo>
                <a:lnTo>
                  <a:pt x="0" y="1347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831687" y="6043693"/>
            <a:ext cx="1347343" cy="1347343"/>
          </a:xfrm>
          <a:custGeom>
            <a:avLst/>
            <a:gdLst/>
            <a:ahLst/>
            <a:cxnLst/>
            <a:rect r="r" b="b" t="t" l="l"/>
            <a:pathLst>
              <a:path h="1347343" w="1347343">
                <a:moveTo>
                  <a:pt x="0" y="0"/>
                </a:moveTo>
                <a:lnTo>
                  <a:pt x="1347343" y="0"/>
                </a:lnTo>
                <a:lnTo>
                  <a:pt x="1347343" y="1347343"/>
                </a:lnTo>
                <a:lnTo>
                  <a:pt x="0" y="1347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831687" y="7686311"/>
            <a:ext cx="1347343" cy="1347343"/>
          </a:xfrm>
          <a:custGeom>
            <a:avLst/>
            <a:gdLst/>
            <a:ahLst/>
            <a:cxnLst/>
            <a:rect r="r" b="b" t="t" l="l"/>
            <a:pathLst>
              <a:path h="1347343" w="1347343">
                <a:moveTo>
                  <a:pt x="0" y="0"/>
                </a:moveTo>
                <a:lnTo>
                  <a:pt x="1347343" y="0"/>
                </a:lnTo>
                <a:lnTo>
                  <a:pt x="1347343" y="1347343"/>
                </a:lnTo>
                <a:lnTo>
                  <a:pt x="0" y="1347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28760" y="952500"/>
            <a:ext cx="1801435" cy="76200"/>
            <a:chOff x="0" y="0"/>
            <a:chExt cx="2401913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800" y="0"/>
              <a:ext cx="2300351" cy="101600"/>
            </a:xfrm>
            <a:custGeom>
              <a:avLst/>
              <a:gdLst/>
              <a:ahLst/>
              <a:cxnLst/>
              <a:rect r="r" b="b" t="t" l="l"/>
              <a:pathLst>
                <a:path h="101600" w="2300351">
                  <a:moveTo>
                    <a:pt x="0" y="0"/>
                  </a:moveTo>
                  <a:lnTo>
                    <a:pt x="2300351" y="0"/>
                  </a:lnTo>
                  <a:lnTo>
                    <a:pt x="230035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53063" y="5339620"/>
            <a:ext cx="3463614" cy="3600850"/>
          </a:xfrm>
          <a:custGeom>
            <a:avLst/>
            <a:gdLst/>
            <a:ahLst/>
            <a:cxnLst/>
            <a:rect r="r" b="b" t="t" l="l"/>
            <a:pathLst>
              <a:path h="3600850" w="3463614">
                <a:moveTo>
                  <a:pt x="0" y="0"/>
                </a:moveTo>
                <a:lnTo>
                  <a:pt x="3463613" y="0"/>
                </a:lnTo>
                <a:lnTo>
                  <a:pt x="3463613" y="3600850"/>
                </a:lnTo>
                <a:lnTo>
                  <a:pt x="0" y="3600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37939" y="5339620"/>
            <a:ext cx="3463614" cy="3600850"/>
          </a:xfrm>
          <a:custGeom>
            <a:avLst/>
            <a:gdLst/>
            <a:ahLst/>
            <a:cxnLst/>
            <a:rect r="r" b="b" t="t" l="l"/>
            <a:pathLst>
              <a:path h="3600850" w="3463614">
                <a:moveTo>
                  <a:pt x="0" y="0"/>
                </a:moveTo>
                <a:lnTo>
                  <a:pt x="3463614" y="0"/>
                </a:lnTo>
                <a:lnTo>
                  <a:pt x="3463614" y="3600850"/>
                </a:lnTo>
                <a:lnTo>
                  <a:pt x="0" y="3600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87086" y="990600"/>
            <a:ext cx="3463614" cy="3600850"/>
          </a:xfrm>
          <a:custGeom>
            <a:avLst/>
            <a:gdLst/>
            <a:ahLst/>
            <a:cxnLst/>
            <a:rect r="r" b="b" t="t" l="l"/>
            <a:pathLst>
              <a:path h="3600850" w="3463614">
                <a:moveTo>
                  <a:pt x="0" y="0"/>
                </a:moveTo>
                <a:lnTo>
                  <a:pt x="3463614" y="0"/>
                </a:lnTo>
                <a:lnTo>
                  <a:pt x="3463614" y="3600850"/>
                </a:lnTo>
                <a:lnTo>
                  <a:pt x="0" y="3600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82645" y="5267411"/>
            <a:ext cx="3463614" cy="3600602"/>
          </a:xfrm>
          <a:custGeom>
            <a:avLst/>
            <a:gdLst/>
            <a:ahLst/>
            <a:cxnLst/>
            <a:rect r="r" b="b" t="t" l="l"/>
            <a:pathLst>
              <a:path h="3600602" w="3463614">
                <a:moveTo>
                  <a:pt x="0" y="0"/>
                </a:moveTo>
                <a:lnTo>
                  <a:pt x="3463614" y="0"/>
                </a:lnTo>
                <a:lnTo>
                  <a:pt x="3463614" y="3600602"/>
                </a:lnTo>
                <a:lnTo>
                  <a:pt x="0" y="36006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55575" y="990600"/>
            <a:ext cx="3463614" cy="3600850"/>
          </a:xfrm>
          <a:custGeom>
            <a:avLst/>
            <a:gdLst/>
            <a:ahLst/>
            <a:cxnLst/>
            <a:rect r="r" b="b" t="t" l="l"/>
            <a:pathLst>
              <a:path h="3600850" w="3463614">
                <a:moveTo>
                  <a:pt x="0" y="0"/>
                </a:moveTo>
                <a:lnTo>
                  <a:pt x="3463613" y="0"/>
                </a:lnTo>
                <a:lnTo>
                  <a:pt x="3463613" y="3600850"/>
                </a:lnTo>
                <a:lnTo>
                  <a:pt x="0" y="3600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04875" y="5267392"/>
            <a:ext cx="3463614" cy="3600850"/>
          </a:xfrm>
          <a:custGeom>
            <a:avLst/>
            <a:gdLst/>
            <a:ahLst/>
            <a:cxnLst/>
            <a:rect r="r" b="b" t="t" l="l"/>
            <a:pathLst>
              <a:path h="3600850" w="3463614">
                <a:moveTo>
                  <a:pt x="0" y="0"/>
                </a:moveTo>
                <a:lnTo>
                  <a:pt x="3463614" y="0"/>
                </a:lnTo>
                <a:lnTo>
                  <a:pt x="3463614" y="3600850"/>
                </a:lnTo>
                <a:lnTo>
                  <a:pt x="0" y="3600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96535" y="5520328"/>
            <a:ext cx="3420142" cy="3420142"/>
            <a:chOff x="0" y="0"/>
            <a:chExt cx="4560189" cy="45601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60189" cy="4560189"/>
            </a:xfrm>
            <a:custGeom>
              <a:avLst/>
              <a:gdLst/>
              <a:ahLst/>
              <a:cxnLst/>
              <a:rect r="r" b="b" t="t" l="l"/>
              <a:pathLst>
                <a:path h="4560189" w="4560189">
                  <a:moveTo>
                    <a:pt x="0" y="0"/>
                  </a:moveTo>
                  <a:lnTo>
                    <a:pt x="4560189" y="0"/>
                  </a:lnTo>
                  <a:lnTo>
                    <a:pt x="4560189" y="4560189"/>
                  </a:lnTo>
                  <a:lnTo>
                    <a:pt x="0" y="4560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605891" y="5537668"/>
            <a:ext cx="3114113" cy="3204753"/>
            <a:chOff x="0" y="0"/>
            <a:chExt cx="4152151" cy="42730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52138" cy="4273042"/>
            </a:xfrm>
            <a:custGeom>
              <a:avLst/>
              <a:gdLst/>
              <a:ahLst/>
              <a:cxnLst/>
              <a:rect r="r" b="b" t="t" l="l"/>
              <a:pathLst>
                <a:path h="4273042" w="4152138">
                  <a:moveTo>
                    <a:pt x="0" y="0"/>
                  </a:moveTo>
                  <a:lnTo>
                    <a:pt x="4152138" y="0"/>
                  </a:lnTo>
                  <a:lnTo>
                    <a:pt x="4152138" y="4273042"/>
                  </a:lnTo>
                  <a:lnTo>
                    <a:pt x="0" y="4273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25" t="0" r="-26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14690" y="1458693"/>
            <a:ext cx="2813056" cy="2813056"/>
            <a:chOff x="0" y="0"/>
            <a:chExt cx="3750742" cy="37507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50691" cy="3750691"/>
            </a:xfrm>
            <a:custGeom>
              <a:avLst/>
              <a:gdLst/>
              <a:ahLst/>
              <a:cxnLst/>
              <a:rect r="r" b="b" t="t" l="l"/>
              <a:pathLst>
                <a:path h="3750691" w="3750691">
                  <a:moveTo>
                    <a:pt x="0" y="0"/>
                  </a:moveTo>
                  <a:lnTo>
                    <a:pt x="3750691" y="0"/>
                  </a:lnTo>
                  <a:lnTo>
                    <a:pt x="3750691" y="3750691"/>
                  </a:lnTo>
                  <a:lnTo>
                    <a:pt x="0" y="3750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7855" r="-1" b="-785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055575" y="1768411"/>
            <a:ext cx="3345980" cy="2045227"/>
            <a:chOff x="0" y="0"/>
            <a:chExt cx="4461307" cy="27269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61256" cy="2726944"/>
            </a:xfrm>
            <a:custGeom>
              <a:avLst/>
              <a:gdLst/>
              <a:ahLst/>
              <a:cxnLst/>
              <a:rect r="r" b="b" t="t" l="l"/>
              <a:pathLst>
                <a:path h="2726944" w="4461256">
                  <a:moveTo>
                    <a:pt x="0" y="0"/>
                  </a:moveTo>
                  <a:lnTo>
                    <a:pt x="4461256" y="0"/>
                  </a:lnTo>
                  <a:lnTo>
                    <a:pt x="4461256" y="2726944"/>
                  </a:lnTo>
                  <a:lnTo>
                    <a:pt x="0" y="2726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70000"/>
              </a:blip>
              <a:stretch>
                <a:fillRect l="0" t="-102" r="-1" b="-103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518385" y="5217900"/>
            <a:ext cx="3837070" cy="3837070"/>
            <a:chOff x="0" y="0"/>
            <a:chExt cx="5116093" cy="511609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16068" cy="5116068"/>
            </a:xfrm>
            <a:custGeom>
              <a:avLst/>
              <a:gdLst/>
              <a:ahLst/>
              <a:cxnLst/>
              <a:rect r="r" b="b" t="t" l="l"/>
              <a:pathLst>
                <a:path h="5116068" w="5116068">
                  <a:moveTo>
                    <a:pt x="0" y="0"/>
                  </a:moveTo>
                  <a:lnTo>
                    <a:pt x="5116068" y="0"/>
                  </a:lnTo>
                  <a:lnTo>
                    <a:pt x="5116068" y="5116068"/>
                  </a:lnTo>
                  <a:lnTo>
                    <a:pt x="0" y="5116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alphaModFix amt="50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980276" y="5463445"/>
            <a:ext cx="3341799" cy="3345980"/>
            <a:chOff x="0" y="0"/>
            <a:chExt cx="4455732" cy="44613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55668" cy="4461256"/>
            </a:xfrm>
            <a:custGeom>
              <a:avLst/>
              <a:gdLst/>
              <a:ahLst/>
              <a:cxnLst/>
              <a:rect r="r" b="b" t="t" l="l"/>
              <a:pathLst>
                <a:path h="4461256" w="4455668">
                  <a:moveTo>
                    <a:pt x="0" y="0"/>
                  </a:moveTo>
                  <a:lnTo>
                    <a:pt x="4455668" y="0"/>
                  </a:lnTo>
                  <a:lnTo>
                    <a:pt x="4455668" y="4461256"/>
                  </a:lnTo>
                  <a:lnTo>
                    <a:pt x="0" y="4461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50000"/>
              </a:blip>
              <a:stretch>
                <a:fillRect l="-62" t="0" r="-63" b="-1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53063" y="1129484"/>
            <a:ext cx="5333799" cy="118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8">
                <a:solidFill>
                  <a:srgbClr val="004AA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Технологии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71128" y="9103995"/>
            <a:ext cx="3450479" cy="31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8"/>
              </a:lnSpc>
            </a:pPr>
            <a:r>
              <a:rPr lang="en-US" sz="1599" spc="159">
                <a:solidFill>
                  <a:srgbClr val="000000">
                    <a:alpha val="49412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-902574" y="8864470"/>
            <a:ext cx="6262667" cy="9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8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Spring Boot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84282" y="4162214"/>
            <a:ext cx="2806198" cy="115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Tailwind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807002" y="8854945"/>
            <a:ext cx="4711891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Postgre SQL</a:t>
            </a:r>
          </a:p>
          <a:p>
            <a:pPr algn="ctr">
              <a:lnSpc>
                <a:spcPts val="800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7115340" y="4262225"/>
            <a:ext cx="4807106" cy="95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React Native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50950" y="8854945"/>
            <a:ext cx="2387375" cy="115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ESP32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42042" y="8854945"/>
            <a:ext cx="2813533" cy="115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Arduino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8303" y="990600"/>
            <a:ext cx="1569615" cy="76200"/>
            <a:chOff x="0" y="0"/>
            <a:chExt cx="209282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0800" y="0"/>
              <a:ext cx="1991233" cy="101600"/>
            </a:xfrm>
            <a:custGeom>
              <a:avLst/>
              <a:gdLst/>
              <a:ahLst/>
              <a:cxnLst/>
              <a:rect r="r" b="b" t="t" l="l"/>
              <a:pathLst>
                <a:path h="101600" w="1991233">
                  <a:moveTo>
                    <a:pt x="0" y="0"/>
                  </a:moveTo>
                  <a:lnTo>
                    <a:pt x="1991233" y="0"/>
                  </a:lnTo>
                  <a:lnTo>
                    <a:pt x="1991233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039662" y="2376160"/>
            <a:ext cx="14208675" cy="7477315"/>
          </a:xfrm>
          <a:custGeom>
            <a:avLst/>
            <a:gdLst/>
            <a:ahLst/>
            <a:cxnLst/>
            <a:rect r="r" b="b" t="t" l="l"/>
            <a:pathLst>
              <a:path h="7477315" w="14208675">
                <a:moveTo>
                  <a:pt x="0" y="0"/>
                </a:moveTo>
                <a:lnTo>
                  <a:pt x="14208676" y="0"/>
                </a:lnTo>
                <a:lnTo>
                  <a:pt x="14208676" y="7477316"/>
                </a:lnTo>
                <a:lnTo>
                  <a:pt x="0" y="7477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403" y="1119521"/>
            <a:ext cx="5388881" cy="108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398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8" y="9103995"/>
            <a:ext cx="3450479" cy="31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8"/>
              </a:lnSpc>
            </a:pPr>
            <a:r>
              <a:rPr lang="en-US" sz="1599" spc="159">
                <a:solidFill>
                  <a:srgbClr val="000000">
                    <a:alpha val="49412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-1632" t="0" r="-1632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78683" y="3746124"/>
            <a:ext cx="3822792" cy="198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7"/>
              </a:lnSpc>
            </a:pPr>
            <a:r>
              <a:rPr lang="en-US" sz="11697">
                <a:solidFill>
                  <a:srgbClr val="004AA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Demo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8" y="9103995"/>
            <a:ext cx="3450479" cy="31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8"/>
              </a:lnSpc>
            </a:pPr>
            <a:r>
              <a:rPr lang="en-US" sz="1599" spc="159">
                <a:solidFill>
                  <a:srgbClr val="000000">
                    <a:alpha val="49412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0" t="-12" r="0" b="-1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32102" y="2181729"/>
            <a:ext cx="14823796" cy="478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0"/>
              </a:lnSpc>
            </a:pPr>
            <a:r>
              <a:rPr lang="en-US" sz="13000" b="true">
                <a:solidFill>
                  <a:srgbClr val="004A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Благодарим ви за вниманието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2102" y="6928347"/>
            <a:ext cx="14823796" cy="27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8"/>
              </a:lnSpc>
              <a:spcBef>
                <a:spcPct val="0"/>
              </a:spcBef>
            </a:pPr>
            <a:r>
              <a:rPr lang="en-US" sz="1599" spc="158">
                <a:solidFill>
                  <a:srgbClr val="004AA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DAHFKWVrEEg</dc:identifier>
  <dcterms:modified xsi:type="dcterms:W3CDTF">2011-08-01T06:04:30Z</dcterms:modified>
  <cp:revision>1</cp:revision>
  <dc:title>WheelMate</dc:title>
</cp:coreProperties>
</file>